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985BF-B147-48E1-872C-297D608112FF}" v="124" dt="2025-07-05T21:14:28.866"/>
    <p1510:client id="{BFC92DF2-A952-450B-9C30-B65D4A55F0D9}" v="531" dt="2025-07-05T21:56:02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FC92DF2-A952-450B-9C30-B65D4A55F0D9}"/>
    <pc:docChg chg="modSld">
      <pc:chgData name="" userId="" providerId="" clId="Web-{BFC92DF2-A952-450B-9C30-B65D4A55F0D9}" dt="2025-07-05T20:26:24.349" v="2" actId="20577"/>
      <pc:docMkLst>
        <pc:docMk/>
      </pc:docMkLst>
      <pc:sldChg chg="modSp">
        <pc:chgData name="" userId="" providerId="" clId="Web-{BFC92DF2-A952-450B-9C30-B65D4A55F0D9}" dt="2025-07-05T20:26:24.349" v="2" actId="20577"/>
        <pc:sldMkLst>
          <pc:docMk/>
          <pc:sldMk cId="2363626542" sldId="258"/>
        </pc:sldMkLst>
        <pc:spChg chg="mod">
          <ac:chgData name="" userId="" providerId="" clId="Web-{BFC92DF2-A952-450B-9C30-B65D4A55F0D9}" dt="2025-07-05T20:26:24.349" v="2" actId="20577"/>
          <ac:spMkLst>
            <pc:docMk/>
            <pc:sldMk cId="2363626542" sldId="258"/>
            <ac:spMk id="7" creationId="{540B0641-4B1F-8966-9377-C81913E49A05}"/>
          </ac:spMkLst>
        </pc:spChg>
      </pc:sldChg>
    </pc:docChg>
  </pc:docChgLst>
  <pc:docChgLst>
    <pc:chgData name="Wafee Choudhury" userId="SG9eldM664eBpjO5OxDOEtB9RmGb+sD6eElOybqR/ns=" providerId="None" clId="Web-{0FD985BF-B147-48E1-872C-297D608112FF}"/>
    <pc:docChg chg="addSld delSld modSld">
      <pc:chgData name="Wafee Choudhury" userId="SG9eldM664eBpjO5OxDOEtB9RmGb+sD6eElOybqR/ns=" providerId="None" clId="Web-{0FD985BF-B147-48E1-872C-297D608112FF}" dt="2025-07-05T21:14:28.866" v="136" actId="20577"/>
      <pc:docMkLst>
        <pc:docMk/>
      </pc:docMkLst>
      <pc:sldChg chg="modSp add replId">
        <pc:chgData name="Wafee Choudhury" userId="SG9eldM664eBpjO5OxDOEtB9RmGb+sD6eElOybqR/ns=" providerId="None" clId="Web-{0FD985BF-B147-48E1-872C-297D608112FF}" dt="2025-07-05T21:14:28.866" v="136" actId="20577"/>
        <pc:sldMkLst>
          <pc:docMk/>
          <pc:sldMk cId="1105741511" sldId="259"/>
        </pc:sldMkLst>
        <pc:spChg chg="mod">
          <ac:chgData name="Wafee Choudhury" userId="SG9eldM664eBpjO5OxDOEtB9RmGb+sD6eElOybqR/ns=" providerId="None" clId="Web-{0FD985BF-B147-48E1-872C-297D608112FF}" dt="2025-07-05T21:14:28.866" v="136" actId="20577"/>
          <ac:spMkLst>
            <pc:docMk/>
            <pc:sldMk cId="1105741511" sldId="259"/>
            <ac:spMk id="4" creationId="{AE9B2D50-692D-A6FE-E8F0-DFD2417E15BD}"/>
          </ac:spMkLst>
        </pc:spChg>
        <pc:spChg chg="mod">
          <ac:chgData name="Wafee Choudhury" userId="SG9eldM664eBpjO5OxDOEtB9RmGb+sD6eElOybqR/ns=" providerId="None" clId="Web-{0FD985BF-B147-48E1-872C-297D608112FF}" dt="2025-07-05T20:53:20.457" v="3" actId="20577"/>
          <ac:spMkLst>
            <pc:docMk/>
            <pc:sldMk cId="1105741511" sldId="259"/>
            <ac:spMk id="7" creationId="{AC02CEE6-F36F-087C-A1B3-F5478406637D}"/>
          </ac:spMkLst>
        </pc:spChg>
      </pc:sldChg>
      <pc:sldChg chg="new del">
        <pc:chgData name="Wafee Choudhury" userId="SG9eldM664eBpjO5OxDOEtB9RmGb+sD6eElOybqR/ns=" providerId="None" clId="Web-{0FD985BF-B147-48E1-872C-297D608112FF}" dt="2025-07-05T20:53:11.160" v="1"/>
        <pc:sldMkLst>
          <pc:docMk/>
          <pc:sldMk cId="2609625002" sldId="259"/>
        </pc:sldMkLst>
      </pc:sldChg>
    </pc:docChg>
  </pc:docChgLst>
  <pc:docChgLst>
    <pc:chgData name="Dillon Saulsberry" userId="CKI/voVz7IgiRcVJHcOMzRmvEqfunq96YHDI50F9A54=" providerId="None" clId="Web-{BFC92DF2-A952-450B-9C30-B65D4A55F0D9}"/>
    <pc:docChg chg="addSld modSld">
      <pc:chgData name="Dillon Saulsberry" userId="CKI/voVz7IgiRcVJHcOMzRmvEqfunq96YHDI50F9A54=" providerId="None" clId="Web-{BFC92DF2-A952-450B-9C30-B65D4A55F0D9}" dt="2025-07-05T21:50:33.899" v="524" actId="20577"/>
      <pc:docMkLst>
        <pc:docMk/>
      </pc:docMkLst>
      <pc:sldChg chg="modSp">
        <pc:chgData name="Dillon Saulsberry" userId="CKI/voVz7IgiRcVJHcOMzRmvEqfunq96YHDI50F9A54=" providerId="None" clId="Web-{BFC92DF2-A952-450B-9C30-B65D4A55F0D9}" dt="2025-07-05T21:23:20.920" v="516" actId="20577"/>
        <pc:sldMkLst>
          <pc:docMk/>
          <pc:sldMk cId="2363626542" sldId="258"/>
        </pc:sldMkLst>
        <pc:spChg chg="mod">
          <ac:chgData name="Dillon Saulsberry" userId="CKI/voVz7IgiRcVJHcOMzRmvEqfunq96YHDI50F9A54=" providerId="None" clId="Web-{BFC92DF2-A952-450B-9C30-B65D4A55F0D9}" dt="2025-07-05T21:23:20.920" v="516" actId="20577"/>
          <ac:spMkLst>
            <pc:docMk/>
            <pc:sldMk cId="2363626542" sldId="258"/>
            <ac:spMk id="4" creationId="{1EC06FAE-E661-7F34-F111-3F5B50AE870E}"/>
          </ac:spMkLst>
        </pc:spChg>
        <pc:spChg chg="mod">
          <ac:chgData name="Dillon Saulsberry" userId="CKI/voVz7IgiRcVJHcOMzRmvEqfunq96YHDI50F9A54=" providerId="None" clId="Web-{BFC92DF2-A952-450B-9C30-B65D4A55F0D9}" dt="2025-07-05T20:26:41.725" v="0" actId="20577"/>
          <ac:spMkLst>
            <pc:docMk/>
            <pc:sldMk cId="2363626542" sldId="258"/>
            <ac:spMk id="7" creationId="{540B0641-4B1F-8966-9377-C81913E49A05}"/>
          </ac:spMkLst>
        </pc:spChg>
      </pc:sldChg>
      <pc:sldChg chg="modSp">
        <pc:chgData name="Dillon Saulsberry" userId="CKI/voVz7IgiRcVJHcOMzRmvEqfunq96YHDI50F9A54=" providerId="None" clId="Web-{BFC92DF2-A952-450B-9C30-B65D4A55F0D9}" dt="2025-07-05T21:50:33.899" v="524" actId="20577"/>
        <pc:sldMkLst>
          <pc:docMk/>
          <pc:sldMk cId="1105741511" sldId="259"/>
        </pc:sldMkLst>
        <pc:spChg chg="mod">
          <ac:chgData name="Dillon Saulsberry" userId="CKI/voVz7IgiRcVJHcOMzRmvEqfunq96YHDI50F9A54=" providerId="None" clId="Web-{BFC92DF2-A952-450B-9C30-B65D4A55F0D9}" dt="2025-07-05T21:50:33.899" v="524" actId="20577"/>
          <ac:spMkLst>
            <pc:docMk/>
            <pc:sldMk cId="1105741511" sldId="259"/>
            <ac:spMk id="4" creationId="{AE9B2D50-692D-A6FE-E8F0-DFD2417E15BD}"/>
          </ac:spMkLst>
        </pc:spChg>
      </pc:sldChg>
      <pc:sldChg chg="addSp delSp modSp add replId">
        <pc:chgData name="Dillon Saulsberry" userId="CKI/voVz7IgiRcVJHcOMzRmvEqfunq96YHDI50F9A54=" providerId="None" clId="Web-{BFC92DF2-A952-450B-9C30-B65D4A55F0D9}" dt="2025-07-05T21:21:34.998" v="436" actId="20577"/>
        <pc:sldMkLst>
          <pc:docMk/>
          <pc:sldMk cId="358807121" sldId="260"/>
        </pc:sldMkLst>
        <pc:spChg chg="add mod">
          <ac:chgData name="Dillon Saulsberry" userId="CKI/voVz7IgiRcVJHcOMzRmvEqfunq96YHDI50F9A54=" providerId="None" clId="Web-{BFC92DF2-A952-450B-9C30-B65D4A55F0D9}" dt="2025-07-05T21:21:34.998" v="436" actId="20577"/>
          <ac:spMkLst>
            <pc:docMk/>
            <pc:sldMk cId="358807121" sldId="260"/>
            <ac:spMk id="3" creationId="{A1245CC9-BDB5-C0FF-029A-A63B5CA4AD40}"/>
          </ac:spMkLst>
        </pc:spChg>
        <pc:spChg chg="del">
          <ac:chgData name="Dillon Saulsberry" userId="CKI/voVz7IgiRcVJHcOMzRmvEqfunq96YHDI50F9A54=" providerId="None" clId="Web-{BFC92DF2-A952-450B-9C30-B65D4A55F0D9}" dt="2025-07-05T21:14:52.147" v="103"/>
          <ac:spMkLst>
            <pc:docMk/>
            <pc:sldMk cId="358807121" sldId="260"/>
            <ac:spMk id="4" creationId="{2CCDC07A-DF0D-1566-3CB4-03CA3027B992}"/>
          </ac:spMkLst>
        </pc:spChg>
        <pc:spChg chg="mod">
          <ac:chgData name="Dillon Saulsberry" userId="CKI/voVz7IgiRcVJHcOMzRmvEqfunq96YHDI50F9A54=" providerId="None" clId="Web-{BFC92DF2-A952-450B-9C30-B65D4A55F0D9}" dt="2025-07-05T21:14:49.226" v="102" actId="20577"/>
          <ac:spMkLst>
            <pc:docMk/>
            <pc:sldMk cId="358807121" sldId="260"/>
            <ac:spMk id="7" creationId="{BDAF0928-D5F3-869C-634B-BD4AA7CC3B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9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844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9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07/05/25 Meeting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06FAE-E661-7F34-F111-3F5B50AE8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Meetings will remain on Saturdays </a:t>
            </a:r>
          </a:p>
          <a:p>
            <a:pPr lvl="1"/>
            <a:r>
              <a:rPr lang="en-US"/>
              <a:t>There was too much conflict during the week to be able to have a meeting then</a:t>
            </a:r>
          </a:p>
          <a:p>
            <a:r>
              <a:rPr lang="en-US"/>
              <a:t>Summer timeline has been set</a:t>
            </a:r>
          </a:p>
          <a:p>
            <a:pPr lvl="1"/>
            <a:r>
              <a:rPr lang="en-US"/>
              <a:t>More detailed than the ones in previous meetings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0B0641-4B1F-8966-9377-C81913E4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Updates </a:t>
            </a:r>
          </a:p>
        </p:txBody>
      </p:sp>
    </p:spTree>
    <p:extLst>
      <p:ext uri="{BB962C8B-B14F-4D97-AF65-F5344CB8AC3E}">
        <p14:creationId xmlns:p14="http://schemas.microsoft.com/office/powerpoint/2010/main" val="236362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02D4-E638-0C36-6618-1FF4713D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B2D50-692D-A6FE-E8F0-DFD2417E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400850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>
                <a:ea typeface="+mn-lt"/>
                <a:cs typeface="+mn-lt"/>
              </a:rPr>
              <a:t>Progress This Week:</a:t>
            </a:r>
          </a:p>
          <a:p>
            <a:pPr lvl="1"/>
            <a:r>
              <a:rPr lang="en-US">
                <a:ea typeface="+mn-lt"/>
                <a:cs typeface="+mn-lt"/>
              </a:rPr>
              <a:t>Wrapper ↔ Physical Model Integration is complete. The API layer now runs with the real car..</a:t>
            </a:r>
          </a:p>
          <a:p>
            <a:pPr lvl="1"/>
            <a:r>
              <a:rPr lang="en-US">
                <a:ea typeface="+mn-lt"/>
                <a:cs typeface="+mn-lt"/>
              </a:rPr>
              <a:t>CPM Integration is still ongoing. Core data pipeline is partially hooked; next step is finalizing device-to-cloud feedback routing.</a:t>
            </a:r>
          </a:p>
          <a:p>
            <a:r>
              <a:rPr lang="en-US">
                <a:ea typeface="+mn-lt"/>
                <a:cs typeface="+mn-lt"/>
              </a:rPr>
              <a:t>Team Coordination:</a:t>
            </a:r>
          </a:p>
          <a:p>
            <a:pPr lvl="1"/>
            <a:r>
              <a:rPr lang="en-US">
                <a:ea typeface="+mn-lt"/>
                <a:cs typeface="+mn-lt"/>
              </a:rPr>
              <a:t>I’ll schedule a meeting with Dillon next weekend to finalize CPM integration steps.</a:t>
            </a:r>
          </a:p>
          <a:p>
            <a:pPr lvl="1"/>
            <a:r>
              <a:rPr lang="en-US">
                <a:ea typeface="+mn-lt"/>
                <a:cs typeface="+mn-lt"/>
              </a:rPr>
              <a:t>Taaha has taken over all diagram and architecture visualization responsibilities.</a:t>
            </a:r>
          </a:p>
          <a:p>
            <a:pPr lvl="1"/>
            <a:r>
              <a:rPr lang="en-US">
                <a:ea typeface="+mn-lt"/>
                <a:cs typeface="+mn-lt"/>
              </a:rPr>
              <a:t>Ansh and Diya are starting to explore relevant research papers this week and will begin co-developing an alternate wrapper API to benchmark against the current implementation.</a:t>
            </a:r>
            <a:endParaRPr lang="en-US"/>
          </a:p>
          <a:p>
            <a:pPr lvl="1"/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Next Week’s Goals:</a:t>
            </a:r>
          </a:p>
          <a:p>
            <a:pPr lvl="1"/>
            <a:r>
              <a:rPr lang="en-US">
                <a:ea typeface="+mn-lt"/>
                <a:cs typeface="+mn-lt"/>
              </a:rPr>
              <a:t>Finalize and test the CPM-to-Wrapper data channel, including bi-directional messaging and error handling.</a:t>
            </a:r>
          </a:p>
          <a:p>
            <a:pPr lvl="1"/>
            <a:r>
              <a:rPr lang="en-US">
                <a:ea typeface="+mn-lt"/>
                <a:cs typeface="+mn-lt"/>
              </a:rPr>
              <a:t>Review Ansh and Diya’s initial wrapper scaffolding and align development plans.</a:t>
            </a:r>
          </a:p>
          <a:p>
            <a:pPr lvl="1"/>
            <a:r>
              <a:rPr lang="en-US">
                <a:ea typeface="+mn-lt"/>
                <a:cs typeface="+mn-lt"/>
              </a:rPr>
              <a:t>Publish updated system architecture diagram to project repo (assigned to Taaha).</a:t>
            </a:r>
          </a:p>
          <a:p>
            <a:pPr lvl="1"/>
            <a:r>
              <a:rPr lang="en-US">
                <a:ea typeface="+mn-lt"/>
                <a:cs typeface="+mn-lt"/>
              </a:rPr>
              <a:t>Begin end-to-end integration testing with full hardware-in-the-loop (HIL) environment if CPM is functional.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02CEE6-F36F-087C-A1B3-F5478406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Updates </a:t>
            </a:r>
          </a:p>
        </p:txBody>
      </p:sp>
    </p:spTree>
    <p:extLst>
      <p:ext uri="{BB962C8B-B14F-4D97-AF65-F5344CB8AC3E}">
        <p14:creationId xmlns:p14="http://schemas.microsoft.com/office/powerpoint/2010/main" val="1105741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0EF8-3564-E7AD-7CF9-DBCB8217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AF0928-D5F3-869C-634B-BD4AA7CC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Updates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5CC9-BDB5-C0FF-029A-A63B5CA4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Camera is fully functional</a:t>
            </a:r>
          </a:p>
          <a:p>
            <a:r>
              <a:rPr lang="en-US"/>
              <a:t>We have approval from Safety to do whatever we like when it comes to mounting the camera</a:t>
            </a:r>
          </a:p>
          <a:p>
            <a:r>
              <a:rPr lang="en-US"/>
              <a:t>We have ordered a longer power cable, and it should come sometime this week</a:t>
            </a:r>
          </a:p>
          <a:p>
            <a:pPr lvl="1"/>
            <a:r>
              <a:rPr lang="en-US"/>
              <a:t>As soon as it arrives, we need to contact UTD to get a ladder and get it setup</a:t>
            </a:r>
          </a:p>
          <a:p>
            <a:r>
              <a:rPr lang="en-US"/>
              <a:t>Track material needs to be ordered to remain on timeline </a:t>
            </a:r>
          </a:p>
          <a:p>
            <a:r>
              <a:rPr lang="en-US"/>
              <a:t>Need to get the QR code system setup</a:t>
            </a:r>
          </a:p>
        </p:txBody>
      </p:sp>
    </p:spTree>
    <p:extLst>
      <p:ext uri="{BB962C8B-B14F-4D97-AF65-F5344CB8AC3E}">
        <p14:creationId xmlns:p14="http://schemas.microsoft.com/office/powerpoint/2010/main" val="35880712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AccentBoxVTI</vt:lpstr>
      <vt:lpstr>07/05/25 Meeting</vt:lpstr>
      <vt:lpstr>General Updates </vt:lpstr>
      <vt:lpstr>Software Updates </vt:lpstr>
      <vt:lpstr>Hardware Updates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Saulsberry, Dillon</dc:creator>
  <cp:revision>1</cp:revision>
  <dcterms:created xsi:type="dcterms:W3CDTF">2025-07-05T19:46:17Z</dcterms:created>
  <dcterms:modified xsi:type="dcterms:W3CDTF">2025-07-05T21:56:42Z</dcterms:modified>
</cp:coreProperties>
</file>